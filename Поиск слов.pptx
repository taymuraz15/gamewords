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Old Standard TT"/>
      <p:regular r:id="rId10"/>
      <p:bold r:id="rId11"/>
      <p: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ldStandardTT-bold.fntdata"/><Relationship Id="rId10" Type="http://schemas.openxmlformats.org/officeDocument/2006/relationships/font" Target="fonts/OldStandardTT-regular.fntdata"/><Relationship Id="rId12" Type="http://schemas.openxmlformats.org/officeDocument/2006/relationships/font" Target="fonts/OldStandardTT-italic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fee64a5b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fee64a5b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fee64a5b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fee64a5b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fee64a5b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fee64a5b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rgbClr val="1F2328"/>
                </a:solidFill>
                <a:highlight>
                  <a:srgbClr val="FFFFFF"/>
                </a:highlight>
              </a:rPr>
              <a:t>«Поиск слов» (Word Search) — Осетинская версия</a:t>
            </a:r>
            <a:r>
              <a:rPr b="1" lang="ru" sz="2600"/>
              <a:t> </a:t>
            </a:r>
            <a:endParaRPr b="1" sz="67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Таутиев Таймураз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и задачи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Цель</a:t>
            </a:r>
            <a:r>
              <a:rPr lang="ru" sz="1700">
                <a:solidFill>
                  <a:schemeClr val="dk1"/>
                </a:solidFill>
              </a:rPr>
              <a:t>: Создать интерактивный лингвистический тренажер для легкого запоминания осетинских слов.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Задачи</a:t>
            </a:r>
            <a:r>
              <a:rPr lang="ru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" sz="1700">
                <a:solidFill>
                  <a:schemeClr val="dk1"/>
                </a:solidFill>
              </a:rPr>
              <a:t>Реализовать сетку букв.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" sz="1700">
                <a:solidFill>
                  <a:schemeClr val="dk1"/>
                </a:solidFill>
              </a:rPr>
              <a:t>Разработать алгоритм автоматического размещения слов без пересечений.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" sz="1700">
                <a:solidFill>
                  <a:schemeClr val="dk1"/>
                </a:solidFill>
              </a:rPr>
              <a:t>Создать систему игровых сессий с таймером и подсказками.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" sz="1700">
                <a:solidFill>
                  <a:schemeClr val="dk1"/>
                </a:solidFill>
              </a:rPr>
              <a:t>Реализовать сохранение рекордов игроков в локальный JSON-файл.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Классов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67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ru" sz="1700">
                <a:solidFill>
                  <a:schemeClr val="dk1"/>
                </a:solidFill>
              </a:rPr>
              <a:t>Запуск игры</a:t>
            </a:r>
            <a:endParaRPr b="1" sz="17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ru" sz="1500">
                <a:solidFill>
                  <a:srgbClr val="0B5394"/>
                </a:solidFill>
              </a:rPr>
              <a:t>Program </a:t>
            </a:r>
            <a:r>
              <a:rPr lang="ru" sz="1500">
                <a:solidFill>
                  <a:schemeClr val="dk1"/>
                </a:solidFill>
              </a:rPr>
              <a:t>— включает графику и открывает главное меню.</a:t>
            </a:r>
            <a:endParaRPr sz="15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ru" sz="1700">
                <a:solidFill>
                  <a:schemeClr val="dk1"/>
                </a:solidFill>
              </a:rPr>
              <a:t>Внешний вид (Окна игры)</a:t>
            </a:r>
            <a:endParaRPr b="1" sz="17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ru" sz="1500">
                <a:solidFill>
                  <a:srgbClr val="0B5394"/>
                </a:solidFill>
              </a:rPr>
              <a:t>MenuForm </a:t>
            </a:r>
            <a:r>
              <a:rPr lang="ru" sz="1500">
                <a:solidFill>
                  <a:schemeClr val="dk1"/>
                </a:solidFill>
              </a:rPr>
              <a:t>— стартовое окно с кнопкой «Играть».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ru" sz="1500">
                <a:solidFill>
                  <a:srgbClr val="0B5394"/>
                </a:solidFill>
              </a:rPr>
              <a:t>NameInputForm </a:t>
            </a:r>
            <a:r>
              <a:rPr lang="ru" sz="1500">
                <a:solidFill>
                  <a:schemeClr val="dk1"/>
                </a:solidFill>
              </a:rPr>
              <a:t>— окошко, где игрок вводит своё имя.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ru" sz="1500">
                <a:solidFill>
                  <a:srgbClr val="0B5394"/>
                </a:solidFill>
              </a:rPr>
              <a:t>GameForm </a:t>
            </a:r>
            <a:r>
              <a:rPr lang="ru" sz="1500">
                <a:solidFill>
                  <a:schemeClr val="dk1"/>
                </a:solidFill>
              </a:rPr>
              <a:t>— основное окно, где идет игра, тикает таймер и нажимаются буквы.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ru" sz="1500">
                <a:solidFill>
                  <a:srgbClr val="0B5394"/>
                </a:solidFill>
              </a:rPr>
              <a:t>RecordsForm </a:t>
            </a:r>
            <a:r>
              <a:rPr lang="ru" sz="1500">
                <a:solidFill>
                  <a:schemeClr val="dk1"/>
                </a:solidFill>
              </a:rPr>
              <a:t>— окно со списком лучших результатов игроков.</a:t>
            </a:r>
            <a:endParaRPr sz="15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ru" sz="1700">
                <a:solidFill>
                  <a:schemeClr val="dk1"/>
                </a:solidFill>
              </a:rPr>
              <a:t>«Мозг» игры (Логика и данные)</a:t>
            </a:r>
            <a:endParaRPr b="1" sz="17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ru" sz="1500">
                <a:solidFill>
                  <a:srgbClr val="0B5394"/>
                </a:solidFill>
              </a:rPr>
              <a:t>GameBoard </a:t>
            </a:r>
            <a:r>
              <a:rPr lang="ru" sz="1500">
                <a:solidFill>
                  <a:schemeClr val="dk1"/>
                </a:solidFill>
              </a:rPr>
              <a:t>— управляет сеткой букв, прячет слова на поле и выдает подсказки.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ru" sz="1500">
                <a:solidFill>
                  <a:srgbClr val="0B5394"/>
                </a:solidFill>
              </a:rPr>
              <a:t>Word </a:t>
            </a:r>
            <a:r>
              <a:rPr lang="ru" sz="1500">
                <a:solidFill>
                  <a:schemeClr val="dk1"/>
                </a:solidFill>
              </a:rPr>
              <a:t>— хранит информацию о слове (его текст, координаты букв и найдено ли оно).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ru" sz="1500">
                <a:solidFill>
                  <a:srgbClr val="0B5394"/>
                </a:solidFill>
              </a:rPr>
              <a:t>Cell </a:t>
            </a:r>
            <a:r>
              <a:rPr lang="ru" sz="1500">
                <a:solidFill>
                  <a:schemeClr val="dk1"/>
                </a:solidFill>
              </a:rPr>
              <a:t>— отвечает за каждую отдельную ячейку (какая в ней буква и занята ли она).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сделано и что еще надо сделать 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Уже готово: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Созданы классы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Реализованы формы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Сформированы первые темы и слова к ним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Первая рабочая версия игры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Еще</a:t>
            </a:r>
            <a:r>
              <a:rPr lang="ru"/>
              <a:t> предстоит: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Добавить новые темы и слова к ним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Добавить перевод слов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